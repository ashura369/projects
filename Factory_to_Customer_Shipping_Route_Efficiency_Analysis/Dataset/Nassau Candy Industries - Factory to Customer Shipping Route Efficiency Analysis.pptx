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1" r:id="rId3"/>
    <p:sldId id="257" r:id="rId4"/>
    <p:sldId id="258" r:id="rId5"/>
    <p:sldId id="259" r:id="rId6"/>
    <p:sldId id="264" r:id="rId7"/>
    <p:sldId id="260" r:id="rId8"/>
    <p:sldId id="261" r:id="rId9"/>
    <p:sldId id="263" r:id="rId10"/>
    <p:sldId id="27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763886-8F75-6A5F-CFCE-3EE7D937E2CE}"/>
              </a:ext>
            </a:extLst>
          </p:cNvPr>
          <p:cNvSpPr txBox="1"/>
          <p:nvPr/>
        </p:nvSpPr>
        <p:spPr>
          <a:xfrm>
            <a:off x="353683" y="1224951"/>
            <a:ext cx="92647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/>
              <a:t>FACTORY TO CUSTOMER SHIPPING ROUTE ANALYSIS</a:t>
            </a:r>
            <a:endParaRPr lang="en-IN" sz="5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F9BA8-5C9C-E2E8-3126-81732B353613}"/>
              </a:ext>
            </a:extLst>
          </p:cNvPr>
          <p:cNvSpPr txBox="1"/>
          <p:nvPr/>
        </p:nvSpPr>
        <p:spPr>
          <a:xfrm>
            <a:off x="69011" y="6334780"/>
            <a:ext cx="4718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BISWAJEET PRADHAN</a:t>
            </a:r>
          </a:p>
          <a:p>
            <a:r>
              <a:rPr lang="en-US" sz="1400" b="1" dirty="0"/>
              <a:t>biswajeetpradhan36933@gmail.com</a:t>
            </a:r>
            <a:endParaRPr lang="en-IN" sz="1400" b="1" dirty="0"/>
          </a:p>
        </p:txBody>
      </p:sp>
    </p:spTree>
    <p:extLst>
      <p:ext uri="{BB962C8B-B14F-4D97-AF65-F5344CB8AC3E}">
        <p14:creationId xmlns:p14="http://schemas.microsoft.com/office/powerpoint/2010/main" val="1889860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A65C38-5068-D378-38BF-3AE4F7A86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8"/>
          <a:stretch/>
        </p:blipFill>
        <p:spPr>
          <a:xfrm>
            <a:off x="0" y="207034"/>
            <a:ext cx="12192000" cy="65176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A5CD3A-FC3A-83CA-063B-F01C0A06D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313" y="4390512"/>
            <a:ext cx="7285498" cy="23224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DABD06-7618-5D42-3493-9B8788F9FC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5" y="4402200"/>
            <a:ext cx="3713180" cy="231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368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33B58B-2680-CC2B-0F3C-2BABF9CA3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158"/>
            <a:ext cx="12192000" cy="6577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82CB76-7D93-2EC7-AF99-E4BA9A7B09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08"/>
          <a:stretch/>
        </p:blipFill>
        <p:spPr>
          <a:xfrm>
            <a:off x="376687" y="0"/>
            <a:ext cx="11438626" cy="6861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0DBA4F-8192-DCAF-C83A-E65C35C83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905"/>
            <a:ext cx="12192000" cy="666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95ED74-1B06-9BE9-3659-314BAA376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53"/>
            <a:ext cx="12192000" cy="657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87F3EC-BEB6-9984-7DF0-C5B5F78E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16" y="0"/>
            <a:ext cx="4124112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A50205-F0C7-9620-3E9F-55C17BE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899" y="0"/>
            <a:ext cx="2916314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AE5FC-5E90-8DEB-A148-4FF202FD4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842" y="0"/>
            <a:ext cx="32390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E12FC8-8C96-730A-604A-AC56339A1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277"/>
            <a:ext cx="12192000" cy="662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C8E2EF-C7F0-F8AE-CB88-5559BEEAC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157"/>
            <a:ext cx="12192000" cy="6549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5F1BBD-B078-DE0F-8C12-48E678DE3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53"/>
            <a:ext cx="12192000" cy="657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72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13</Words>
  <Application>Microsoft Office PowerPoint</Application>
  <PresentationFormat>Widescreen</PresentationFormat>
  <Paragraphs>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Biswajeet Pradhan</cp:lastModifiedBy>
  <cp:revision>2</cp:revision>
  <dcterms:created xsi:type="dcterms:W3CDTF">2026-08-11T14:48:01Z</dcterms:created>
  <dcterms:modified xsi:type="dcterms:W3CDTF">2026-08-11T18:29:35Z</dcterms:modified>
</cp:coreProperties>
</file>