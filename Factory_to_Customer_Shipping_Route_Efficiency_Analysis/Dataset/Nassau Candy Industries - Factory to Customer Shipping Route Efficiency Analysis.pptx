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4" r:id="rId6"/>
    <p:sldId id="260" r:id="rId7"/>
    <p:sldId id="261" r:id="rId8"/>
    <p:sldId id="26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A65C38-5068-D378-38BF-3AE4F7A86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8"/>
          <a:stretch/>
        </p:blipFill>
        <p:spPr>
          <a:xfrm>
            <a:off x="0" y="207034"/>
            <a:ext cx="12192000" cy="6517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A5CD3A-FC3A-83CA-063B-F01C0A06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313" y="4390512"/>
            <a:ext cx="7285498" cy="2322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DABD06-7618-5D42-3493-9B8788F9F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5" y="4402200"/>
            <a:ext cx="3713180" cy="231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6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33B58B-2680-CC2B-0F3C-2BABF9CA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58"/>
            <a:ext cx="12192000" cy="657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82CB76-7D93-2EC7-AF99-E4BA9A7B0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8"/>
          <a:stretch/>
        </p:blipFill>
        <p:spPr>
          <a:xfrm>
            <a:off x="376687" y="0"/>
            <a:ext cx="11438626" cy="686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0DBA4F-8192-DCAF-C83A-E65C35C83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5"/>
            <a:ext cx="12192000" cy="666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95ED74-1B06-9BE9-3659-314BAA376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3"/>
            <a:ext cx="12192000" cy="65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7F3EC-BEB6-9984-7DF0-C5B5F78E3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6" y="0"/>
            <a:ext cx="412411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A50205-F0C7-9620-3E9F-55C17BEE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899" y="0"/>
            <a:ext cx="291631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AE5FC-5E90-8DEB-A148-4FF202FD4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842" y="0"/>
            <a:ext cx="3239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12FC8-8C96-730A-604A-AC56339A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77"/>
            <a:ext cx="12192000" cy="662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C8E2EF-C7F0-F8AE-CB88-5559BEEA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57"/>
            <a:ext cx="12192000" cy="654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5F1BBD-B078-DE0F-8C12-48E678DE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3"/>
            <a:ext cx="12192000" cy="65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2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Biswajeet Pradhan</cp:lastModifiedBy>
  <cp:revision>1</cp:revision>
  <dcterms:created xsi:type="dcterms:W3CDTF">2026-08-11T14:48:01Z</dcterms:created>
  <dcterms:modified xsi:type="dcterms:W3CDTF">2026-08-11T15:09:59Z</dcterms:modified>
</cp:coreProperties>
</file>